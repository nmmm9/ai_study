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10360152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8A6FF"/>
                </a:solidFill>
                <a:latin typeface="Malgun Gothic"/>
              </a:rPr>
              <a:t>Week 11 — 오늘의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B949E"/>
                </a:solidFill>
                <a:latin typeface="Malgun Gothic"/>
              </a:rPr>
              <a:t>GitHub Tech Trend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Malgun Gothic"/>
              </a:rPr>
              <a:t>①  트렌드 변화 감지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Malgun Gothic"/>
              </a:rPr>
              <a:t>②  자동 스케줄링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29E22"/>
                </a:solidFill>
                <a:latin typeface="Malgun Gothic"/>
              </a:rPr>
              <a:t>③  채팅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5149"/>
                </a:solidFill>
                <a:latin typeface="Malgun Gothic"/>
              </a:rPr>
              <a:t>④  UI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Malgun Gothic"/>
              </a:rPr>
              <a:t>⑤  데이터 수집 개선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FB950"/>
                </a:solidFill>
                <a:latin typeface="Malgun Gothic"/>
              </a:rPr>
              <a:t>① 트렌드 변화 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Malgun Gothic"/>
              </a:rPr>
              <a:t>분석할 때마다 이전 결과와 자동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C9D1D9"/>
                </a:solidFill>
                <a:latin typeface="Malgun Gothic"/>
              </a:rPr>
              <a:t>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8A6FF"/>
                </a:solidFill>
                <a:latin typeface="Malgun Gothic"/>
              </a:rPr>
              <a:t>새로 등장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이전엔 없었던
신규 레포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56032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C9D1D9"/>
                </a:solidFill>
                <a:latin typeface="Malgun Gothic"/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B950"/>
                </a:solidFill>
                <a:latin typeface="Malgun Gothic"/>
              </a:rPr>
              <a:t>급등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트렌드 점수가
크게 오른 레포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56032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C9D1D9"/>
                </a:solidFill>
                <a:latin typeface="Malgun Gothic"/>
              </a:rP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5149"/>
                </a:solidFill>
                <a:latin typeface="Malgun Gothic"/>
              </a:rPr>
              <a:t>급락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점수가 크게
떨어진 레포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828800"/>
            <a:ext cx="256032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C9D1D9"/>
                </a:solidFill>
                <a:latin typeface="Malgun Gothic"/>
              </a:rPr>
              <a:t>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29E22"/>
                </a:solidFill>
                <a:latin typeface="Malgun Gothic"/>
              </a:rPr>
              <a:t>사라짐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목록에서
빠진 레포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  <a:latin typeface="Malgun Gothic"/>
              </a:rPr>
              <a:t>분석을 두 번 이상 실행하면 자동으로 비교 결과가 표시됩니다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A6FF"/>
                </a:solidFill>
                <a:latin typeface="Malgun Gothic"/>
              </a:rPr>
              <a:t>② 자동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Malgun Gothic"/>
              </a:rPr>
              <a:t>버튼 없이 매일 정해진 시간에 자동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D29E22"/>
                </a:solidFill>
                <a:latin typeface="Malgun Gothic"/>
              </a:rPr>
              <a:t>⏰ 매일 지정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59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FB950"/>
                </a:solidFill>
                <a:latin typeface="Malgun Gothic"/>
              </a:rPr>
              <a:t>🤖 자동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9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B949E"/>
                </a:solidFill>
                <a:latin typeface="Malgun Gothic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8A6FF"/>
                </a:solidFill>
                <a:latin typeface="Malgun Gothic"/>
              </a:rPr>
              <a:t>📧 메일 자동 발송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502920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FF"/>
                </a:solidFill>
                <a:latin typeface="Malgun Gothic"/>
              </a:rPr>
              <a:t>사이드바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자동 실행 토글 ON/OFF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실행 시간 선택 (0~23시)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분석 기간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다음 실행 시간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08960"/>
            <a:ext cx="521208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Malgun Gothic"/>
              </a:rPr>
              <a:t>사용 기술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APScheduler — 백그라운드 스케줄러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CronTrigger — 시간 지정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Malgun Gothic"/>
              </a:rPr>
              <a:t>• FastAPI lifespan — 서버 시작/종료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29E22"/>
                </a:solidFill>
                <a:latin typeface="Malgun Gothic"/>
              </a:rPr>
              <a:t>③ 채팅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Malgun Gothic"/>
              </a:rPr>
              <a:t>분석 결과를 보면서 AI에게 바로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38100"/>
          </a:xfrm>
          <a:prstGeom prst="rect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30352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Malgun Gothic"/>
              </a:rPr>
              <a:t>💬  "이번주 가장 주목할 레포 하나만 뽑아줘"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20240"/>
            <a:ext cx="530352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Malgun Gothic"/>
              </a:rPr>
              <a:t>💬  "보안 관련 레포만 정리해줘"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530352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Malgun Gothic"/>
              </a:rPr>
              <a:t>💬  "비전공자도 이해할 수 있게 설명해줘"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91840"/>
            <a:ext cx="530352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66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Malgun Gothic"/>
              </a:rPr>
              <a:t>💬  "이 트렌드가 내년에도 계속될까?"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  <a:latin typeface="Malgun Gothic"/>
              </a:rPr>
              <a:t>분석 결과 전체(레포 목록 + 전문가 분석 + Judge 결론)를 AI가 참고해서 답변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5149"/>
                </a:solidFill>
                <a:latin typeface="Malgun Gothic"/>
              </a:rPr>
              <a:t>④⑤ UI 개선 + 데이터 수집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381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5149"/>
                </a:solidFill>
                <a:latin typeface="Malgun Gothic"/>
              </a:rPr>
              <a:t>④ 마크다운 렌더링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이전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B950"/>
                </a:solidFill>
                <a:latin typeface="Malgun Gothic"/>
              </a:rPr>
              <a:t>이후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### 주목할 트렌드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주목할 트렌드 (헤더)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- **TensorFlow**: 인기 지속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34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• TensorFlow: 인기 지속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algun Gothic"/>
              </a:rPr>
              <a:t>- 급부상 중인 AutoGPT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83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Malgun Gothic"/>
              </a:rPr>
              <a:t>• 급부상 중인 AutoGPT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react-markdown 라이브러리 사용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FB950"/>
                </a:solidFill>
                <a:latin typeface="Malgun Gothic"/>
              </a:rPr>
              <a:t>⑤ 데이터 수집 방식 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Malgun Gothic"/>
              </a:rPr>
              <a:t>이전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377440"/>
            <a:ext cx="4663440" cy="82296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42316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5149"/>
                </a:solidFill>
                <a:latin typeface="Malgun Gothic"/>
              </a:rPr>
              <a:t>GitHub API 검색
누적 스타 기준 → 오래된 거대 레포 상위 점령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B950"/>
                </a:solidFill>
                <a:latin typeface="Malgun Gothic"/>
              </a:rPr>
              <a:t>이후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749039"/>
            <a:ext cx="4663440" cy="822960"/>
          </a:xfrm>
          <a:prstGeom prst="rect">
            <a:avLst/>
          </a:prstGeom>
          <a:solidFill>
            <a:srgbClr val="1A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79476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  <a:latin typeface="Malgun Gothic"/>
              </a:rPr>
              <a:t>GitHub Trending 페이지 스크래핑
이번 주 획득 스타 수 → 진짜 트렌드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46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Malgun Gothic"/>
              </a:rPr>
              <a:t>OSSInsight와 유사한 결과 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58A6FF"/>
                </a:solidFill>
                <a:latin typeface="Malgun Gothic"/>
              </a:rPr>
              <a:t>오늘 추가된 것들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69848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B950"/>
                </a:solidFill>
                <a:latin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트렌드 변화 감지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8483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이전 분석과 비교 → 급등/급락/신규/사라짐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1069848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8A6FF"/>
                </a:solidFill>
                <a:latin typeface="Malgun Gothic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자동 스케줄링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535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매일 지정 시간 자동 분석 + 메일 발송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1069848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29E22"/>
                </a:solidFill>
                <a:latin typeface="Malgun Gothi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94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채팅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221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분석 결과 기반 AI 질문 응답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26279"/>
            <a:ext cx="1069848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3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5149"/>
                </a:solidFill>
                <a:latin typeface="Malgun Gothic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UI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69087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마크다운 렌더링으로 가독성 향상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1069848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B950"/>
                </a:solidFill>
                <a:latin typeface="Malgun Gothic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1D9"/>
                </a:solidFill>
                <a:latin typeface="Malgun Gothic"/>
              </a:rPr>
              <a:t>데이터 수집 개선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5595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Malgun Gothic"/>
              </a:rPr>
              <a:t>GitHub Trending 스크래핑 → 정확도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