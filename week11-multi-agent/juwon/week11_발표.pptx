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57" r:id="rId5"/>
    <p:sldId id="258" r:id="rId6"/>
    <p:sldId id="259" r:id="rId7"/>
    <p:sldId id="264" r:id="rId8"/>
    <p:sldId id="260" r:id="rId9"/>
    <p:sldId id="261" r:id="rId10"/>
    <p:sldId id="262" r:id="rId11"/>
    <p:sldId id="263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834640"/>
            <a:ext cx="1033272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58A6FF"/>
                </a:solidFill>
                <a:latin typeface="Malgun Gothic"/>
              </a:rPr>
              <a:t>Week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9D1D9"/>
                </a:solidFill>
                <a:latin typeface="Malgun Gothic"/>
              </a:rPr>
              <a:t>Multi-Agent Debate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  <a:latin typeface="Malgun Gothic"/>
              </a:rPr>
              <a:t>GitHub Tech Trend Analyzer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2103120" cy="5029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  <a:latin typeface="Malgun Gothic"/>
              </a:rPr>
              <a:t>에이전트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4023360"/>
            <a:ext cx="2103120" cy="5029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  <a:latin typeface="Malgun Gothic"/>
              </a:rPr>
              <a:t>각 에이전트 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4023360"/>
            <a:ext cx="2103120" cy="5029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29E22"/>
                </a:solidFill>
                <a:latin typeface="Malgun Gothic"/>
              </a:rPr>
              <a:t>왜 멀티 에이전트?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023360"/>
            <a:ext cx="2103120" cy="5029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5149"/>
                </a:solidFill>
                <a:latin typeface="Malgun Gothic"/>
              </a:rPr>
              <a:t>10주차 vs 11주차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4023360"/>
            <a:ext cx="2103120" cy="5029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0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  <a:latin typeface="Malgun Gothic"/>
              </a:rPr>
              <a:t>오늘 추가된 기능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8A6FF"/>
                </a:solidFill>
                <a:latin typeface="Malgun Gothic"/>
              </a:rPr>
              <a:t>멀티 에이전트 시스템이란?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4712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D1D9"/>
                </a:solidFill>
                <a:latin typeface="Malgun Gothic"/>
              </a:rPr>
              <a:t>여러 AI 에이전트가 각자의 역할을 맡아 협력하면서 하나의 목표를 달성하는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3749039" cy="4663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Malgun Gothic"/>
              </a:rPr>
              <a:t>🤖 에이전트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338328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Malgun Gothic"/>
              </a:rPr>
              <a:t>시스템 내에서 독립적으로 행동하는 개체
• 자율성을 갖고 환경을 인식하여 판단
• 소프트웨어 프로그램, 봇, 로봇 등
우리 프로젝트:
agent_ai / agent_web / agent_sec /
Supervisor / Critic / Judge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828800"/>
            <a:ext cx="3749039" cy="4663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39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FB950"/>
                </a:solidFill>
                <a:latin typeface="Malgun Gothic"/>
              </a:rPr>
              <a:t>🌍 환경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39" y="2468880"/>
            <a:ext cx="338328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39" y="25603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Malgun Gothic"/>
              </a:rPr>
              <a:t>에이전트들이 공유하며 일하는 공간
• 리소스를 제공하고 제약 조건 적용
• 에이전트 간 간접 소통의 매개체
우리 프로젝트:
LangGraph StateGraph
(모든 에이전트가 공유하는 상태 객체)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749039" cy="4663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29E22"/>
                </a:solidFill>
                <a:latin typeface="Malgun Gothic"/>
              </a:rPr>
              <a:t>📡 통신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468880"/>
            <a:ext cx="338328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25603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Malgun Gothic"/>
              </a:rPr>
              <a:t>에이전트끼리 정보를 주고받는 규칙
• 메시지 형식과 전달 방식 정의
• FIPA ACL 같은 표준 언어 존재
우리 프로젝트:
각 노드가 State를 읽고 결과를 State에
저장 → 다음 노드가 이를 받아 사용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492240"/>
            <a:ext cx="11430000" cy="201168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핵심: 한 명의 AI가 모든 걸 판단하는 게 아니라, 역할을 나눈 여러 AI가 협력해서 더 좋은 결론을 냅니다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FB950"/>
                </a:solidFill>
                <a:latin typeface="Malgun Gothic"/>
              </a:rPr>
              <a:t>MAS 아키텍처 &amp; 구조 유형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471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29E22"/>
                </a:solidFill>
                <a:latin typeface="Malgun Gothic"/>
              </a:rPr>
              <a:t>네트워크 구조 — 어떻게 연결되나?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65176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Malgun Gothic"/>
              </a:rPr>
              <a:t>중앙 집중식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237744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중앙 컨트롤타워가 모든 에이전트를 관리
장점: 소통 쉽고 지식 통일
단점: 중앙 서버 죽으면 전체 다운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371600"/>
            <a:ext cx="265176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949E"/>
                </a:solidFill>
                <a:latin typeface="Malgun Gothic"/>
              </a:rPr>
              <a:t>분산형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920240"/>
            <a:ext cx="237744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2011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에이전트가 이웃끼리 직접 소통
장점: 한 에이전트 죽어도 시스템 유지
단점: 전체 조율이 어려움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914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29E22"/>
                </a:solidFill>
                <a:latin typeface="Malgun Gothic"/>
              </a:rPr>
              <a:t>조직 구조 — 어떻게 역할을 나누나?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371600"/>
            <a:ext cx="2743200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8076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Malgun Gothic"/>
              </a:rPr>
              <a:t>계층적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87452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상사→부하 처럼 위에서 아래로
권한과 책임이 명확하게 분리됨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371600"/>
            <a:ext cx="2743200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684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Malgun Gothic"/>
              </a:rPr>
              <a:t>Holonic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87452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팀 안에 또 팀이 있는 구조
하위 에이전트가 여러 팀에 속할 수 있음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926080"/>
            <a:ext cx="2743200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6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29E22"/>
                </a:solidFill>
                <a:latin typeface="Malgun Gothic"/>
              </a:rPr>
              <a:t>연합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4290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필요할 때만 팀 꾸리고 해산
유연하지만 조율이 어려움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2926080"/>
            <a:ext cx="2743200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0684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949E"/>
                </a:solidFill>
                <a:latin typeface="Malgun Gothic"/>
              </a:rPr>
              <a:t>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4290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한 목표를 위해 서로 의존하며 협력
연합보다 더 긴밀한 관계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663440"/>
            <a:ext cx="11430000" cy="16002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Malgun Gothic"/>
              </a:rPr>
              <a:t>우리 프로젝트가 사용한 구조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66360"/>
            <a:ext cx="1106424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23036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✅  중앙 집중식 + 계층적 구조
LangGraph가 중앙에서 전체 흐름을 관리하고, collect → 전문가 3명 → Supervisor → Critic → Judge 순으로
위에서 아래로 권한이 내려가는 계층적 구조로 설계했습니다.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8A6FF"/>
                </a:solidFill>
                <a:latin typeface="Malgun Gothic"/>
              </a:rPr>
              <a:t>에이전트 구조도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011680" cy="7315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📡 collect
GitHub Trending 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005840"/>
            <a:ext cx="2286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1097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Malgun Gothic"/>
              </a:rPr>
              <a:t>🧠 agent_ai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AI/ML 전문가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331720"/>
            <a:ext cx="2286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2423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Malgun Gothic"/>
              </a:rPr>
              <a:t>🌐 agent_web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웹/앱 전문가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3657600"/>
            <a:ext cx="2286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0" y="3749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29E22"/>
                </a:solidFill>
                <a:latin typeface="Malgun Gothic"/>
              </a:rPr>
              <a:t>🔒 agent_sec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보안 전문가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977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160520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dirty="0">
                <a:solidFill>
                  <a:srgbClr val="8B949E"/>
                </a:solidFill>
                <a:latin typeface="Malgun Gothic"/>
              </a:rPr>
              <a:t>     </a:t>
            </a:r>
            <a:r>
              <a:rPr sz="1100" b="0" dirty="0" err="1">
                <a:solidFill>
                  <a:srgbClr val="8B949E"/>
                </a:solidFill>
                <a:latin typeface="Malgun Gothic"/>
              </a:rPr>
              <a:t>병렬</a:t>
            </a:r>
            <a:r>
              <a:rPr sz="1100" b="0" dirty="0">
                <a:solidFill>
                  <a:srgbClr val="8B949E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8B949E"/>
                </a:solidFill>
                <a:latin typeface="Malgun Gothic"/>
              </a:rPr>
              <a:t>실행</a:t>
            </a:r>
            <a:endParaRPr sz="1100" b="0" dirty="0">
              <a:solidFill>
                <a:srgbClr val="8B949E"/>
              </a:solidFill>
              <a:latin typeface="Malgun Gothic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69280" y="1463040"/>
            <a:ext cx="2286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1554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Malgun Gothic"/>
              </a:rPr>
              <a:t>📊 supervisor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3개 분석 종합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1463040"/>
            <a:ext cx="2286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0" y="1554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5149"/>
                </a:solidFill>
                <a:latin typeface="Malgun Gothic"/>
              </a:rPr>
              <a:t>⚡ critic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반론 제기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3017520"/>
            <a:ext cx="512064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3108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Malgun Gothic"/>
              </a:rPr>
              <a:t>⚖️ judge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Supervisor + Critic 검토 후 최종 결론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49E"/>
                </a:solidFill>
                <a:latin typeface="Malgun Gothic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4572000"/>
            <a:ext cx="5120640" cy="8229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0" y="46634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💾 report  →  저장 + 메일 + GitHub 업로드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49E"/>
                </a:solidFill>
                <a:latin typeface="Malgun Gothic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* agent_ai, agent_web, agent_sec 는 동시에 실행됩니다 (병렬)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FB950"/>
                </a:solidFill>
                <a:latin typeface="Malgun Gothic"/>
              </a:rPr>
              <a:t>각 에이전트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FF"/>
                </a:solidFill>
                <a:latin typeface="Malgun Gothic"/>
              </a:rPr>
              <a:t>🧠  agent_ai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AI/ML 전문가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29184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AI·ML·LLM·딥러닝 관련 레포 필터링
기술 트렌드 및 주목할 레포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65760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Malgun Gothic"/>
              </a:rPr>
              <a:t>🌐  agent_web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웹/앱 전문가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011680"/>
            <a:ext cx="329184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React·Vue·Next.js·TypeScript 레포 필터링
프레임워크·라이브러리 트렌드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97280"/>
            <a:ext cx="365760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9E22"/>
                </a:solidFill>
                <a:latin typeface="Malgun Gothic"/>
              </a:rPr>
              <a:t>🔒  agent_sec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보안 전문가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011680"/>
            <a:ext cx="329184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Security·Auth·Crypto 레포 필터링
보안 이슈 및 취약점 트렌드 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365760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FF"/>
                </a:solidFill>
                <a:latin typeface="Malgun Gothic"/>
              </a:rPr>
              <a:t>📊  supervisor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60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종합 분석가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80560"/>
            <a:ext cx="329184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세 전문가 분석을 하나로 통합
전체 기술 흐름 및 핵심 인사이트 정리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566160"/>
            <a:ext cx="365760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3703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5149"/>
                </a:solidFill>
                <a:latin typeface="Malgun Gothic"/>
              </a:rPr>
              <a:t>⚡  critic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160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비판적 검토자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4480560"/>
            <a:ext cx="329184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80560" y="4572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Supervisor 리포트의 허점 지적
빠진 트렌드·근거 부족한 주장 반론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566160"/>
            <a:ext cx="365760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3703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Malgun Gothic"/>
              </a:rPr>
              <a:t>⚖️  judge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160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최종 심판자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4480560"/>
            <a:ext cx="329184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0" y="4572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Supervisor + Critic 양쪽 검토
반론 반영해 최종 트렌드 리포트 완성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29E22"/>
                </a:solidFill>
                <a:latin typeface="Malgun Gothic"/>
              </a:rPr>
              <a:t>왜 멀티 에이전트인가?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38100"/>
          </a:xfrm>
          <a:prstGeom prst="rect">
            <a:avLst/>
          </a:prstGeom>
          <a:solidFill>
            <a:srgbClr val="D2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0352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5149"/>
                </a:solidFill>
                <a:latin typeface="Malgun Gothic"/>
              </a:rPr>
              <a:t>❌  단일 에이전트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•  하나의 AI가 모든 분야를 혼자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•  AI/ML·웹·보안 중 한 분야에 치우칠 수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•  스스로 틀린 걸 잘 못 찾음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•  결론이 한쪽으로 편향될 가능성 높음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097280"/>
            <a:ext cx="530352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FB950"/>
                </a:solidFill>
                <a:latin typeface="Malgun Gothic"/>
              </a:rPr>
              <a:t>✅  멀티 에이전트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algun Gothic"/>
              </a:rPr>
              <a:t>•  3명의 전문가가 각자 분야에 집중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algun Gothic"/>
              </a:rPr>
              <a:t>•  병렬 실행 → 분석 속도 빠름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661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algun Gothic"/>
              </a:rPr>
              <a:t>•  Critic이 Supervisor를 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3891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algun Gothic"/>
              </a:rPr>
              <a:t>•  Judge가 양쪽 의견 반영해 균형 잡힌 결론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383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29E22"/>
                </a:solidFill>
                <a:latin typeface="Malgun Gothic"/>
              </a:rP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29E22"/>
                </a:solidFill>
                <a:latin typeface="Malgun Gothic"/>
              </a:rPr>
              <a:t>Debate 패턴이란?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47120" cy="38100"/>
          </a:xfrm>
          <a:prstGeom prst="rect">
            <a:avLst/>
          </a:prstGeom>
          <a:solidFill>
            <a:srgbClr val="D2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D1D9"/>
                </a:solidFill>
                <a:latin typeface="Malgun Gothic"/>
              </a:rPr>
              <a:t>멀티 에이전트 패턴 중 하나로, 여러 AI가 서로 다른 역할을 맡아 '토론'하면서 결론을 도출하는 방식입니다.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한 명의 AI가 혼자 판단하면 편향이 생길 수 있어서, 주장→반론→최종 판단 구조로 서로 검증합니다.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365760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Malgun Gothic"/>
              </a:rPr>
              <a:t>1단계
주장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310896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Supervisor가 3명의 전문가 분석을 종합해서
리포트를 작성합니다.
"이번 주 AI 금융 트렌드가 가장 주목됩니다"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474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286000"/>
            <a:ext cx="365760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39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5149"/>
                </a:solidFill>
                <a:latin typeface="Malgun Gothic"/>
              </a:rPr>
              <a:t>2단계
반론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39" y="3108960"/>
            <a:ext cx="310896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39" y="32004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Critic이 리포트를 검토하고
부족한 부분을 지적합니다.
"보안 이슈가 빠졌고 근거가 부족합니다"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474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286000"/>
            <a:ext cx="365760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FB950"/>
                </a:solidFill>
                <a:latin typeface="Malgun Gothic"/>
              </a:rPr>
              <a:t>3단계
최종 판단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108960"/>
            <a:ext cx="310896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32004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Judge가 주장과 반론을 모두 보고
균형 잡힌 최종 결론을 냅니다.
"보안 주의사항을 포함한 최종 리포트"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989320"/>
            <a:ext cx="11430000" cy="5943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0533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다른 패턴들: Pipeline(순차전달)  |  Supervisor(지휘)  |  ✅ Debate(토론) — 이번 주  |  Voting(다수결)  |  ReAct(행동+관찰)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5149"/>
                </a:solidFill>
                <a:latin typeface="Malgun Gothic"/>
              </a:rPr>
              <a:t>10주차 vs 11주차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381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8A6FF"/>
                </a:solidFill>
                <a:latin typeface="Malgun Gothic"/>
              </a:rPr>
              <a:t>10주차 — Self-Correction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algun Gothic"/>
              </a:rPr>
              <a:t>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algun Gothic"/>
              </a:rPr>
              <a:t>보고서 작성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9E22"/>
                </a:solidFill>
                <a:latin typeface="Malgun Gothic"/>
              </a:rPr>
              <a:t>품질 점수(0~100)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8523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FB950"/>
                </a:solidFill>
                <a:latin typeface="Malgun Gothic"/>
              </a:rPr>
              <a:t>70점 </a:t>
            </a:r>
            <a:r>
              <a:rPr sz="1200" b="0" dirty="0" err="1">
                <a:solidFill>
                  <a:srgbClr val="3FB950"/>
                </a:solidFill>
                <a:latin typeface="Malgun Gothic"/>
              </a:rPr>
              <a:t>미만이면</a:t>
            </a:r>
            <a:r>
              <a:rPr sz="1200" b="0" dirty="0">
                <a:solidFill>
                  <a:srgbClr val="3FB950"/>
                </a:solidFill>
                <a:latin typeface="Malgun Gothic"/>
              </a:rPr>
              <a:t>
</a:t>
            </a:r>
            <a:r>
              <a:rPr sz="1200" b="0" dirty="0" err="1">
                <a:solidFill>
                  <a:srgbClr val="3FB950"/>
                </a:solidFill>
                <a:latin typeface="Malgun Gothic"/>
              </a:rPr>
              <a:t>피드백</a:t>
            </a:r>
            <a:r>
              <a:rPr sz="1200" b="0" dirty="0">
                <a:solidFill>
                  <a:srgbClr val="3FB95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3FB950"/>
                </a:solidFill>
                <a:latin typeface="Malgun Gothic"/>
              </a:rPr>
              <a:t>받고</a:t>
            </a:r>
            <a:r>
              <a:rPr sz="1200" b="0" dirty="0">
                <a:solidFill>
                  <a:srgbClr val="3FB95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3FB950"/>
                </a:solidFill>
                <a:latin typeface="Malgun Gothic"/>
              </a:rPr>
              <a:t>재작성</a:t>
            </a:r>
            <a:endParaRPr sz="1200" b="0" dirty="0">
              <a:solidFill>
                <a:srgbClr val="3FB950"/>
              </a:solidFill>
              <a:latin typeface="Malgun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760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949E"/>
                </a:solidFill>
                <a:latin typeface="Malgun Gothic"/>
              </a:rPr>
              <a:t>핵심: AI가 스스로 품질을 검토하고 개선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097280"/>
            <a:ext cx="5303520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FB950"/>
                </a:solidFill>
                <a:latin typeface="Malgun Gothic"/>
              </a:rPr>
              <a:t>11주차 — Multi-Agent Debate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82880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algun Gothic"/>
              </a:rPr>
              <a:t>수집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28600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74320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A6FF"/>
                </a:solidFill>
                <a:latin typeface="Malgun Gothic"/>
              </a:rPr>
              <a:t>AI/ML + 웹/앱 + 보안  (동시 분석)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0040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65760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algun Gothic"/>
              </a:rPr>
              <a:t>Supervisor 종합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11480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57200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5149"/>
                </a:solidFill>
                <a:latin typeface="Malgun Gothic"/>
              </a:rPr>
              <a:t>Critic 반론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02920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48640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FB950"/>
                </a:solidFill>
                <a:latin typeface="Malgun Gothic"/>
              </a:rPr>
              <a:t>Judge 최종 결정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760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949E"/>
                </a:solidFill>
                <a:latin typeface="Malgun Gothic"/>
              </a:rPr>
              <a:t>핵심: 여러 관점의 토론으로 균형 잡힌 결론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474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85149"/>
                </a:solidFill>
                <a:latin typeface="Malgun Gothic"/>
              </a:rPr>
              <a:t>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29E22"/>
                </a:solidFill>
                <a:latin typeface="Malgun Gothic"/>
              </a:rPr>
              <a:t>사용한 멀티 에이전트 기법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38100"/>
          </a:xfrm>
          <a:prstGeom prst="rect">
            <a:avLst/>
          </a:prstGeom>
          <a:solidFill>
            <a:srgbClr val="D2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9144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29E22"/>
                </a:solidFill>
                <a:latin typeface="Malgun Gothic"/>
              </a:rPr>
              <a:t>Multi-Agent Debate (토론형 멀티 에이전트)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356616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Malgun Gothic"/>
              </a:rPr>
              <a:t>전문화
(Specialization)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algun Gothic"/>
              </a:rPr>
              <a:t>각 에이전트가 특정 분야만 담당
AI·웹·보안으로 역할 분리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356616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24231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5149"/>
                </a:solidFill>
                <a:latin typeface="Malgun Gothic"/>
              </a:rPr>
              <a:t>토론
(Debate)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46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algun Gothic"/>
              </a:rPr>
              <a:t>Supervisor 결론을 Critic이 반박
다양한 시각으로 검증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286000"/>
            <a:ext cx="356616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4231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FB950"/>
                </a:solidFill>
                <a:latin typeface="Malgun Gothic"/>
              </a:rPr>
              <a:t>중재
(Arbitration)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46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algun Gothic"/>
              </a:rPr>
              <a:t>Judge가 양쪽 의견을 종합
편향 없는 최종 결론 도출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029200"/>
            <a:ext cx="11430000" cy="146304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949E"/>
                </a:solidFill>
                <a:latin typeface="Malgun Gothic"/>
              </a:rPr>
              <a:t>다른 멀티 에이전트 패턴들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Pipeline
A→B→C 순차 전달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532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Supervisor
한 명이 여러 에이전트 지휘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532120"/>
            <a:ext cx="2651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D29E22"/>
                </a:solidFill>
                <a:latin typeface="Malgun Gothic"/>
              </a:rPr>
              <a:t>Debate ✅
</a:t>
            </a:r>
            <a:r>
              <a:rPr sz="1100" b="0" dirty="0" err="1">
                <a:solidFill>
                  <a:srgbClr val="D29E22"/>
                </a:solidFill>
                <a:latin typeface="Malgun Gothic"/>
              </a:rPr>
              <a:t>토론으로</a:t>
            </a:r>
            <a:r>
              <a:rPr sz="1100" b="0" dirty="0">
                <a:solidFill>
                  <a:srgbClr val="D29E22"/>
                </a:solidFill>
                <a:latin typeface="Malgun Gothic"/>
              </a:rPr>
              <a:t> </a:t>
            </a:r>
            <a:r>
              <a:rPr lang="ko-KR" altLang="en-US" sz="1100" b="0" dirty="0">
                <a:solidFill>
                  <a:srgbClr val="D29E22"/>
                </a:solidFill>
                <a:latin typeface="Malgun Gothic"/>
              </a:rPr>
              <a:t>검증 </a:t>
            </a:r>
            <a:endParaRPr sz="1100" b="0" dirty="0">
              <a:solidFill>
                <a:srgbClr val="D29E22"/>
              </a:solidFill>
              <a:latin typeface="Malgun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0" y="5532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Voting
다수결로 결론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FB950"/>
                </a:solidFill>
                <a:latin typeface="Malgun Gothic"/>
              </a:rPr>
              <a:t>오늘 추가된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FB950"/>
                </a:solidFill>
                <a:latin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984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D1D9"/>
                </a:solidFill>
                <a:latin typeface="Malgun Gothic"/>
              </a:rPr>
              <a:t>트렌드 변화 감지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258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이전 분석과 자동 비교 → 급등/급락/신규/사라짐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114300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8A6FF"/>
                </a:solidFill>
                <a:latin typeface="Malgun Gothic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042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D1D9"/>
                </a:solidFill>
                <a:latin typeface="Malgun Gothic"/>
              </a:rPr>
              <a:t>자동 스케줄링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3317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매일 지정 시간 자동 분석 + 메일 발송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114300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29E22"/>
                </a:solidFill>
                <a:latin typeface="Malgun Gothi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101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D1D9"/>
                </a:solidFill>
                <a:latin typeface="Malgun Gothic"/>
              </a:rPr>
              <a:t>채팅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337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분석 결과 기반 AI 질문 응답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114300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5149"/>
                </a:solidFill>
                <a:latin typeface="Malgun Gothic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159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D1D9"/>
                </a:solidFill>
                <a:latin typeface="Malgun Gothic"/>
              </a:rPr>
              <a:t>UI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3434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마크다운 렌더링으로 가독성 향상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20640"/>
            <a:ext cx="114300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303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FB950"/>
                </a:solidFill>
                <a:latin typeface="Malgun Gothic"/>
              </a:rP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3218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D1D9"/>
                </a:solidFill>
                <a:latin typeface="Malgun Gothic"/>
              </a:rPr>
              <a:t>데이터 수집 개선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3492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GitHub Trending 스크래핑 → OSSInsight 수준 정확도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1033272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9D1D9"/>
                </a:solidFill>
                <a:latin typeface="Malgun Gothic"/>
              </a:rPr>
              <a:t>단일 에이전트 → 멀티 에이전트 토론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8B949E"/>
                </a:solidFill>
                <a:latin typeface="Malgun Gothic"/>
              </a:rPr>
              <a:t>여러 전문가가 토론하고 비판하면서 더 균형 잡힌 결론을 만든다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840480"/>
            <a:ext cx="2011680" cy="64008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3950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8A6FF"/>
                </a:solidFill>
                <a:latin typeface="Malgun Gothic"/>
              </a:rPr>
              <a:t>전문화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3840480"/>
            <a:ext cx="2011680" cy="64008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3950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FB950"/>
                </a:solidFill>
                <a:latin typeface="Malgun Gothic"/>
              </a:rPr>
              <a:t>병렬 처리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840480"/>
            <a:ext cx="2011680" cy="64008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3950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29E22"/>
                </a:solidFill>
                <a:latin typeface="Malgun Gothic"/>
              </a:rPr>
              <a:t>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3840480"/>
            <a:ext cx="2011680" cy="64008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0" y="3950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5149"/>
                </a:solidFill>
                <a:latin typeface="Malgun Gothic"/>
              </a:rPr>
              <a:t>균형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1017</Words>
  <Application>Microsoft Office PowerPoint</Application>
  <PresentationFormat>사용자 지정</PresentationFormat>
  <Paragraphs>159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HJ yoon</cp:lastModifiedBy>
  <cp:revision>6</cp:revision>
  <dcterms:created xsi:type="dcterms:W3CDTF">2013-01-27T09:14:16Z</dcterms:created>
  <dcterms:modified xsi:type="dcterms:W3CDTF">2026-05-11T13:22:51Z</dcterms:modified>
  <cp:category/>
</cp:coreProperties>
</file>