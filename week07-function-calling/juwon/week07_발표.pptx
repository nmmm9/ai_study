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28016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63040"/>
            <a:ext cx="1371600" cy="41148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WEEK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Function 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71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94B0"/>
                </a:solidFill>
              </a:rPr>
              <a:t>질문 의도에 따른 함수 호출 및 JSON 스키마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여행 플래너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4B0"/>
                </a:solidFill>
              </a:rPr>
              <a:t>juwon  ·  2026.04.07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Function Calling이란?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2E"/>
                </a:solidFill>
              </a:rPr>
              <a:t>AI는 텍스트만 주고받을 수 있어서, 실시간 데이터를 스스로 가져올 수 없습니다.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029200" cy="164592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</a:rPr>
              <a:t>❌  일반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"제주도 날씨 알려줘"
→ "저는 실시간 정보를 모릅니다"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394960" cy="1645920"/>
          </a:xfrm>
          <a:prstGeom prst="rect">
            <a:avLst/>
          </a:prstGeom>
          <a:solidFill>
            <a:srgbClr val="E5F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944"/>
                </a:solidFill>
              </a:rPr>
              <a:t>✅  Function Calling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"제주도 날씨 알려줘"
→ get_weather("제주") 호출 → 실제 날씨 반환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5DC8"/>
                </a:solidFill>
              </a:rPr>
              <a:t>핵심:  AI는 판단만,  실제 실행은 Python 함수가 담당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프로젝트: 여행 플래너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2E"/>
                </a:solidFill>
              </a:rPr>
              <a:t>사용자가 여행 관련 질문을 하면 AI가 적절한 함수를 선택해 답변합니다.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E1E2E"/>
                </a:solidFill>
              </a:rPr>
              <a:t>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5DC8"/>
                </a:solidFill>
              </a:rPr>
              <a:t>날씨 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94B0"/>
                </a:solidFill>
              </a:rPr>
              <a:t>Open-Meteo API
실시간 날씨 데이터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01168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E1E2E"/>
                </a:solidFill>
              </a:rPr>
              <a:t>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5DC8"/>
                </a:solidFill>
              </a:rPr>
              <a:t>관광지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37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94B0"/>
                </a:solidFill>
              </a:rPr>
              <a:t>도시별 명소/맛집
카테고리 필터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E1E2E"/>
                </a:solidFill>
              </a:rP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5DC8"/>
                </a:solidFill>
              </a:rPr>
              <a:t>예산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94B0"/>
                </a:solidFill>
              </a:rPr>
              <a:t>숙박/식비/교통
항목별 상세 계산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01168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E1E2E"/>
                </a:solidFill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5DC8"/>
                </a:solidFill>
              </a:rPr>
              <a:t>여행 시기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37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94B0"/>
                </a:solidFill>
              </a:rPr>
              <a:t>계절별 특징
최적 방문 시기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전체 구조 (Architecture)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560320" cy="32004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5DC8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사용자 질문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2286000" cy="347472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나: 제주도 날씨 어때?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DC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63040"/>
            <a:ext cx="2560320" cy="3200400"/>
          </a:xfrm>
          <a:prstGeom prst="rect">
            <a:avLst/>
          </a:prstGeom>
          <a:solidFill>
            <a:srgbClr val="D4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5DC8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AI 판단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79" y="2423160"/>
            <a:ext cx="2286000" cy="347472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8803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get_weather 선택
인자: {city: '제주'}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DC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2560320" cy="3200400"/>
          </a:xfrm>
          <a:prstGeom prst="rect">
            <a:avLst/>
          </a:prstGeom>
          <a:solidFill>
            <a:srgbClr val="C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5DC8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함수 실행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23160"/>
            <a:ext cx="2286000" cy="347472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tools.py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803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Open-Meteo API 호출
실시간 날씨 수집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DC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463040"/>
            <a:ext cx="2560320" cy="3200400"/>
          </a:xfrm>
          <a:prstGeom prst="rect">
            <a:avLst/>
          </a:prstGeom>
          <a:solidFill>
            <a:srgbClr val="A8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5DC8"/>
                </a:solidFill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최종 답변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423160"/>
            <a:ext cx="2286000" cy="347472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8803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AI가 결과를
자연어로 정리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핵심: JSON 스키마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E2E"/>
                </a:solidFill>
              </a:rPr>
              <a:t>AI는 JSON 스키마를 읽고 어떤 함수를 써야 할지 판단합니다.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6858000" cy="3931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E6FF"/>
                </a:solidFill>
              </a:rPr>
              <a:t>{
  "name": "get_weather",
  "description": "특정 도시의 현재 날씨를 조회합니다.
    날씨가 궁금하거나 우산이 필요한지
    물어볼 때 사용합니다.",
  "parameters": {
    "city": {
      "type": "string",
      "description": "도시 이름 (예: 제주, 부산)"
    }
  }
}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920240"/>
            <a:ext cx="40233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9659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5DC8"/>
                </a:solidFill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0428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함수 이름 — AI가 호출할 때 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108960"/>
            <a:ext cx="40233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154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5DC8"/>
                </a:solidFill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9300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가장 중요! AI가 이 설명을 보고
함수 선택 여부를 결정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297680"/>
            <a:ext cx="40233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43434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5DC8"/>
                </a:solidFill>
              </a:rPr>
              <a:t>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68172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AI가 자동으로 채워넣을 인자 정의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실행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라이브러리 설치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10607040" cy="777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E6FF"/>
                </a:solidFill>
              </a:rPr>
              <a:t>pip install -r requirements.txt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API 키 입력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566160"/>
            <a:ext cx="10607040" cy="777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611879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E6FF"/>
                </a:solidFill>
              </a:rPr>
              <a:t>.env 파일에 OpenAI API 키 입력
OPENAI_API_KEY=sk-...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E2E"/>
                </a:solidFill>
              </a:rPr>
              <a:t>실행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120640"/>
            <a:ext cx="10607040" cy="777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1663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E6FF"/>
                </a:solidFill>
              </a:rPr>
              <a:t>python main.py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5DC8"/>
                </a:solidFill>
              </a:rPr>
              <a:t>지원 질문 예시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2743200" cy="34747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825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2E"/>
                </a:solidFill>
              </a:rPr>
              <a:t>제주도 날씨 어때?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6355080"/>
            <a:ext cx="2743200" cy="34747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63825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2E"/>
                </a:solidFill>
              </a:rPr>
              <a:t>부산 관광지 추천해줘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6355080"/>
            <a:ext cx="2743200" cy="34747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63825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2E"/>
                </a:solidFill>
              </a:rPr>
              <a:t>3박 4일 예산 얼마야?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6355080"/>
            <a:ext cx="2743200" cy="34747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63825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2E"/>
                </a:solidFill>
              </a:rPr>
              <a:t>서울 언제 가면 좋아?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실행 예시 (Demo)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4B0"/>
                </a:solidFill>
              </a:rPr>
              <a:t>● ● 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98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94B0"/>
                </a:solidFill>
              </a:rPr>
              <a:t>터미널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4B0"/>
                </a:solidFill>
              </a:rPr>
              <a:t>나: 3박 4일 예산 얼마야?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56816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4B0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57984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4B0"/>
                </a:solidFill>
              </a:rPr>
              <a:t>AI: 여행 예산을 계산하기 위해 숙박 유형, 식비 수준,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591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4B0"/>
                </a:solidFill>
              </a:rPr>
              <a:t>    이동 수단을 알려주시면 계산해드립니다.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4B0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6148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4B0"/>
                </a:solidFill>
              </a:rPr>
              <a:t>나: 숙박은 저렴, 식비는 여유, 이동은 대중교통으로 해줘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62656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4B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63824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B5FF"/>
                </a:solidFill>
              </a:rPr>
              <a:t>  ┌─ [함수 호출] calculate_budget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64991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B5FF"/>
                </a:solidFill>
              </a:rPr>
              <a:t>  └─ [인자]     {days: 4, accommodation: '저렴', meal: '여유', transport: '대중교통'}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4B0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6732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AI: 3박 4일 여행 예산은 다음과 같습니다: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68496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 · 숙박비:      120,000원  (저렴 · 3박)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4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 · 식비:        320,000원  (여유 · 4일)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70831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 · 교통비:       60,000원  (대중교통 · 4일)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7200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 · 활동/입장료:  80,000원  (4일)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7316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 ──────────────────────────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74336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 총 예산: 580,000원  |  1일 평균: 145,000원/일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회고 &amp; 다음 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94960" cy="41148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✅  이번 주 배운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 Function Calling 전체 흐름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 JSON 스키마 직접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 AI는 판단, Python은 실행 — 역할 분리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 description 품질이 정확도를 결정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03520" cy="41148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🚀  다음 주 (8주차)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ReAct / Plan-and-Execute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94B0"/>
                </a:solidFill>
              </a:rPr>
              <a:t>·  단순 1회 호출 → 다단계 추론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18687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94B0"/>
                </a:solidFill>
              </a:rPr>
              <a:t>·  AI가 스스로 계획 세우고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7705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94B0"/>
                </a:solidFill>
              </a:rPr>
              <a:t>·  여러 함수를 순서대로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3542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94B0"/>
                </a:solidFill>
              </a:rPr>
              <a:t>·  여행 플래너를 더 똑똑하게!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