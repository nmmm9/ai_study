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09728" cy="146304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0"/>
            <a:ext cx="1645920" cy="41148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WEEK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ReAct 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743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265DC8"/>
                </a:solidFill>
              </a:rPr>
              <a:t>Plan-and-Execute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94B0"/>
                </a:solidFill>
              </a:rPr>
              <a:t>단계적 사고로 다단계 태스크 해결 에이전트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2976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65DC8"/>
                </a:solidFill>
              </a:rPr>
              <a:t>여행 플래너 AI Agent  —  10개 도구 자율 호출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94B0"/>
                </a:solidFill>
              </a:rPr>
              <a:t>juwon  ·  2026.04.14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AI Agent의 구성 요소와 디자인 패턴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8229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Agent  =  LLM  +  도구(Tools)  +  메모리  +  실행 전략(Design Pattern)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86000"/>
            <a:ext cx="2743200" cy="1645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239572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65DC8"/>
                </a:solidFill>
              </a:rPr>
              <a:t>🧠 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907792"/>
            <a:ext cx="25237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추론·판단 담당
(GPT-4o-mini)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2743200" cy="164592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239572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</a:rPr>
              <a:t>🔧 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907792"/>
            <a:ext cx="25237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외부 기능 호출
(날씨·맛집·숙소…)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86000"/>
            <a:ext cx="2743200" cy="164592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239572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</a:rPr>
              <a:t>💾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907792"/>
            <a:ext cx="25237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대화 히스토리
누적·관리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2286000"/>
            <a:ext cx="2743200" cy="1645920"/>
          </a:xfrm>
          <a:prstGeom prst="rect">
            <a:avLst/>
          </a:prstGeom>
          <a:solidFill>
            <a:srgbClr val="FF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3728" y="239572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B59B6"/>
                </a:solidFill>
              </a:rPr>
              <a:t>🗺 Design 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728" y="2907792"/>
            <a:ext cx="252374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실행 전략 결정
(ReAct, Plan…)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1E2E"/>
                </a:solidFill>
              </a:rPr>
              <a:t>Agent Design Pattern 종류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1772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617720"/>
            <a:ext cx="1645920" cy="658368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754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ReAct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7823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생각하고 행동하며 반복 → 유연한 실행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61772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4617720"/>
            <a:ext cx="1645920" cy="6583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754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Plan-and-Execute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7823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먼저 계획, 그 다음 실행 → 체계적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22392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422392"/>
            <a:ext cx="1645920" cy="6583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595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Tool 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58698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외부 도구 호출 → 실제 데이터 사용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5422392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5422392"/>
            <a:ext cx="1645920" cy="65836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55595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558698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Chain of Thought → 단계별 추론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65DC8"/>
                </a:solidFill>
              </a:rPr>
              <a:t>이번 주: ReAct + Plan-and-Execute 두 패턴을 조합해서 구현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7주차 vs 8주차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303520" cy="438912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C0000"/>
                </a:solidFill>
              </a:rPr>
              <a:t>7주차  Function Calling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사용자: "제주도 날씨 알려줘"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9631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522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AI: get_weather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7413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→ 함수 1번 호출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1304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→ 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9087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F0000"/>
                </a:solidFill>
              </a:rPr>
              <a:t>✔ 단순한 질문만 해결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9783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F0000"/>
                </a:solidFill>
              </a:rPr>
              <a:t>✔ 함수 1개로 1개 답변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371600"/>
            <a:ext cx="5303520" cy="4389120"/>
          </a:xfrm>
          <a:prstGeom prst="rect">
            <a:avLst/>
          </a:prstGeom>
          <a:solidFill>
            <a:srgbClr val="E5F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508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6A34A"/>
                </a:solidFill>
              </a:rPr>
              <a:t>8주차  ReAct + Plan-and-Execute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0574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사용자: "제주 3박4일 완벽하게 짜줘"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49631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3522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AI: 계획 수립 → 날씨 → 관광지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7413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    → 맛집 → 숙소 → 교통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81304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    → 예산 → 일정표 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519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69087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</a:rPr>
              <a:t>✔ 복잡한 질문 자율 해결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129783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</a:rPr>
              <a:t>✔ 10개 도구 스스로 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65DC8"/>
                </a:solidFill>
              </a:rPr>
              <a:t>핵심 차이:  while 루프 하나가 추가되어 AI가 스스로 반복 판단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Plan-and-Execute: 계획 먼저, 실행 나중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1E2E"/>
                </a:solidFill>
              </a:rPr>
              <a:t>사용자 질문을 받으면 AI가
먼저 전체 계획을 JSON으로 수립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2743200" cy="5029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6771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1. 날씨 및 여행 시기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52928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2. 관광지 탐색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11296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8444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3. 맛집 검색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69664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4281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4. 숙소 추천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28031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01183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5. 교통편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194560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26771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6. 예산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2852928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926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7. 축제 및 행사 확인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11296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358444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8. 꿀팁 수집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4169664"/>
            <a:ext cx="274320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424281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9. 날짜별 일정표 생성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371600"/>
            <a:ext cx="5394960" cy="51206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50876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E6FF"/>
                </a:solidFill>
              </a:rPr>
              <a:t>def plan_phase(user_query):
    response = client.chat(
        messages=[
            system_prompt,
            user_query
        ],
        # JSON 형식으로만 응답
        response_format={
            "type": "json_object"
        }
    )
    # 실행 계획 반환
    # {"city": "제주",
    #  "days": 4,
    #  "steps": [...]}
    return json.loads(response)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ReAct: Reasoning + Acting  반복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303520" cy="109728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65DC8"/>
                </a:solidFill>
              </a:rPr>
              <a:t>🧠 Thought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691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다음에 뭘 해야 할지 생각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514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5DC8"/>
                </a:solidFill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5303520" cy="109728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</a:rPr>
              <a:t>⚡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적절한 도구 호출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886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5DC8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5303520" cy="109728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</a:rPr>
              <a:t>👁 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결과 확인 후 다음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69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65DC8"/>
                </a:solidFill>
              </a:rPr>
              <a:t>AI가 '완료'라고 판단할 때까지 반복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5577840" cy="52120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1732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E6FF"/>
                </a:solidFill>
              </a:rPr>
              <a:t>def react_execute(plan, query):
    while iteration &lt; 25:
        # Thought
        response = client.chat(
            messages=messages,
            tools=TOOLS
        )
        # Action
        if message.tool_calls:
            result = execute_tool()
            messages.append(result)
        # Observe → 다음 반복
        # 완료 판단
        else:
            break  # 루프 종료
    return collected_results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왜 Agent 디자인 패턴이 필요한가?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25880"/>
            <a:ext cx="5303520" cy="50292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C0000"/>
                </a:solidFill>
              </a:rPr>
              <a:t>❌  패턴 없이 (그냥 LLM)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입력 → 바로 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4937760" cy="868680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8775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000"/>
                </a:solidFill>
              </a:rPr>
              <a:t>실제 데이터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3522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날씨·맛집 정보가 틀릴 수 있음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66160"/>
            <a:ext cx="4937760" cy="868680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63931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000"/>
                </a:solidFill>
              </a:rPr>
              <a:t>중간 수정 불가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8678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틀려도 다시 고칠 기회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17720"/>
            <a:ext cx="4937760" cy="868680"/>
          </a:xfrm>
          <a:prstGeom prst="rect">
            <a:avLst/>
          </a:prstGeom>
          <a:solidFill>
            <a:srgbClr val="FF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9087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000"/>
                </a:solidFill>
              </a:rPr>
              <a:t>복잡한 작업 못함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3834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계획→검색→비교→정리 흐름 불가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25880"/>
            <a:ext cx="5394960" cy="5029200"/>
          </a:xfrm>
          <a:prstGeom prst="rect">
            <a:avLst/>
          </a:prstGeom>
          <a:solidFill>
            <a:srgbClr val="E5F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A34A"/>
                </a:solidFill>
              </a:rPr>
              <a:t>✅  패턴 사용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계획 → 실행 → 확인 → 수정 → 결과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514600"/>
            <a:ext cx="5029200" cy="86868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58775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</a:rPr>
              <a:t>ReAct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93522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나눠서 단계별 해결, 중간 수정 가능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3566160"/>
            <a:ext cx="5029200" cy="86868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63931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</a:rPr>
              <a:t>Plan-and-Execute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98678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계획 먼저 → 방향 안 잃음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17720"/>
            <a:ext cx="5029200" cy="868680"/>
          </a:xfrm>
          <a:prstGeom prst="rect">
            <a:avLst/>
          </a:prstGeom>
          <a:solidFill>
            <a:srgbClr val="BBF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69087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</a:rPr>
              <a:t>Tool 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503834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1E2E"/>
                </a:solidFill>
              </a:rPr>
              <a:t>도구 써서 실제 데이터 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65DC8"/>
                </a:solidFill>
              </a:rPr>
              <a:t>디자인 패턴은 AI를 똑똑하게 만드는 게 아니라 → 똑똑함을 제대로 쓰게 만드는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전체 흐름 &amp; 파일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657600" cy="34747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65DC8"/>
                </a:solidFill>
              </a:rP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1E2E"/>
                </a:solidFill>
              </a:rPr>
              <a:t>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606040"/>
            <a:ext cx="3383280" cy="457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3347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E6FF"/>
                </a:solidFill>
              </a:rPr>
              <a:t>plan_phase()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계획 수립
JSON 반환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65DC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371600"/>
            <a:ext cx="3657600" cy="3474720"/>
          </a:xfrm>
          <a:prstGeom prst="rect">
            <a:avLst/>
          </a:prstGeom>
          <a:solidFill>
            <a:srgbClr val="E8FF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65DC8"/>
                </a:solidFill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1E2E"/>
                </a:solidFill>
              </a:rPr>
              <a:t>ReAct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383280" cy="457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63347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E6FF"/>
                </a:solidFill>
              </a:rPr>
              <a:t>react_execute()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546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10개 도구
자율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65DC8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371600"/>
            <a:ext cx="3657600" cy="347472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508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65DC8"/>
                </a:solidFill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19202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E1E2E"/>
                </a:solidFill>
              </a:rPr>
              <a:t>Output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2606040"/>
            <a:ext cx="3383280" cy="457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63347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E6FF"/>
                </a:solidFill>
              </a:rPr>
              <a:t>generate_html()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1546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1E2E"/>
                </a:solidFill>
              </a:rPr>
              <a:t>HTML
보고서 생성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1E2E"/>
                </a:solidFill>
              </a:rPr>
              <a:t>파일 구조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440680"/>
            <a:ext cx="2788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40680"/>
            <a:ext cx="2788920" cy="347472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54589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tools.py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58521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1E2E"/>
                </a:solidFill>
              </a:rPr>
              <a:t>10개 함수 + JSON 스키마 + 디스패처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5440680"/>
            <a:ext cx="2788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5440680"/>
            <a:ext cx="2788920" cy="347472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64992" y="54589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agent.py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4992" y="58521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1E2E"/>
                </a:solidFill>
              </a:rPr>
              <a:t>plan_phase() + react_execute()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440680"/>
            <a:ext cx="2788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5440680"/>
            <a:ext cx="2788920" cy="347472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1072" y="54589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html_generator.py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1072" y="58521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1E2E"/>
                </a:solidFill>
              </a:rPr>
              <a:t>수집된 데이터 → 아름다운 HTML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5440680"/>
            <a:ext cx="2788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5440680"/>
            <a:ext cx="2788920" cy="347472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54589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app.py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58521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E1E2E"/>
                </a:solidFill>
              </a:rPr>
              <a:t>Streamlit 채팅 UI + 실시간 로그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265D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회고 &amp; 다음 주 (9주차)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394960" cy="4297680"/>
          </a:xfrm>
          <a:prstGeom prst="rect">
            <a:avLst/>
          </a:prstGeom>
          <a:solidFill>
            <a:srgbClr val="2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65DC8"/>
                </a:solidFill>
              </a:rPr>
              <a:t>✅  이번 주 배운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·  Plan-and-Execute로 계획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61487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·  ReAct 루프로 다단계 자율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9856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·  7주차 함수 4개 → 10개로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7822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·  Streamlit UI로 채팅 + HTML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3659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·  while 루프 하나가 Agent를 만든다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5394960" cy="4297680"/>
          </a:xfrm>
          <a:prstGeom prst="rect">
            <a:avLst/>
          </a:prstGeom>
          <a:solidFill>
            <a:srgbClr val="2A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08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65DC8"/>
                </a:solidFill>
              </a:rPr>
              <a:t>🚀  다음 주 (9주차)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LangGraph 입문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060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94B0"/>
                </a:solidFill>
              </a:rPr>
              <a:t>그래프 기반 워크플로우
(Nodes, Edges)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74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94B0"/>
                </a:solidFill>
              </a:rPr>
              <a:t>·  ReAct 루프 → 그래프 구조로 시각화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133087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94B0"/>
                </a:solidFill>
              </a:rPr>
              <a:t>·  에이전트 실행 순서도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91456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94B0"/>
                </a:solidFill>
              </a:rPr>
              <a:t>·  Graph Visualizing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