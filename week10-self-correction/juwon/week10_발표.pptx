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B949E"/>
                </a:solidFill>
              </a:rPr>
              <a:t>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58A6FF"/>
                </a:solidFill>
              </a:rPr>
              <a:t>Self-Correction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</a:rPr>
              <a:t>AI가 쓴 보고서가 별로면 다시 쓰게 하는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B949E"/>
                </a:solidFill>
              </a:rPr>
              <a:t>GitHub 트렌드 수집  →  AI 분석  →  품질 검사  →  메일 + GitHub 자동 발송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FB950"/>
                </a:solidFill>
              </a:rPr>
              <a:t>GitHub Tech Trend Analyzer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58A6FF"/>
                </a:solidFill>
              </a:rPr>
              <a:t>10주차에서 만든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B949E"/>
                </a:solidFill>
              </a:rPr>
              <a:t>한 줄 요약: GitHub에서 요즘 뜨는 프로젝트들을 AI가 분석해서,
결과가 별로면 다시 쓰고, 완성되면 메일이랑 GitHub에 자동으로 올려주는 프로그램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737360"/>
            <a:ext cx="114300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1828800"/>
            <a:ext cx="92354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수집
GitHub에서
트렌딩 레포
가져오기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435608" y="1737360"/>
            <a:ext cx="114300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5336" y="1828800"/>
            <a:ext cx="92354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검증
데이터가
충분한지
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2688336" y="1737360"/>
            <a:ext cx="114300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1828800"/>
            <a:ext cx="92354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생성
AI가
보고서
작성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41064" y="1737360"/>
            <a:ext cx="114300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0792" y="1828800"/>
            <a:ext cx="92354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검사
보고서
품질
채점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93792" y="1737360"/>
            <a:ext cx="114300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828800"/>
            <a:ext cx="92354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비교
저번
분석이랑
비교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737360"/>
            <a:ext cx="114300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1828800"/>
            <a:ext cx="92354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발송
메일+
GitHub
업로드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9248" y="1737360"/>
            <a:ext cx="114300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8976" y="1828800"/>
            <a:ext cx="92354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저장
결과
JSON
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FB950"/>
                </a:solidFill>
              </a:rPr>
              <a:t>9주차와 차이: '검사' 노드 추가 → 별로면 '생성'으로 되돌아감 (최대 3회)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58A6FF"/>
                </a:solidFill>
              </a:rPr>
              <a:t>트렌드를 어떻게 수집하나?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4023360" cy="292608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097280"/>
            <a:ext cx="380390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GitHub에 공식 트렌딩 API가 없다
그래서 이렇게 우회함:
"최근 7일 안에 만들어진 레포 중에
 스타(★)를 10개 이상 받은 것들을
 스타 많은 순서로 정렬"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005840"/>
            <a:ext cx="4023360" cy="292608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8" y="1097280"/>
            <a:ext cx="380390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기간별 기준
오늘    → 오늘 하루 안에 만들어진 것
이번 주 → 7일 안에 만들어진 것
이번 달 → 30일 안에 만들어진 것
스타 = 관심 표시 (좋아요 같은 것)
갓 만들어졌는데 스타 많음
= 요즘 뜨는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B949E"/>
                </a:solidFill>
              </a:rPr>
              <a:t>트렌드 데이터는 GitHub API가 수집 → 이건 객관적인 숫자라 틀릴 수 없음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58A6FF"/>
                </a:solidFill>
              </a:rPr>
              <a:t>왜 Self-Correction이 필요한가?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4023360" cy="320040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097280"/>
            <a:ext cx="3803904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AI한테 "트렌드 분석해줘" 라고 하면
가끔 이런 답이 나옴:
"요즘 AI 관련 프로젝트가 많습니다."
→ 너무 짧고 구체적인 내용이 없음
→ 근데 AI는 이게 별로인 줄 모름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005840"/>
            <a:ext cx="4023360" cy="320040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8" y="1097280"/>
            <a:ext cx="3803904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AI는 자기가 쓴 게
별로인지 스스로 잘 모름
그냥 물어보면
항상 "잘 썼습니다" 라고 해버림
그래서 사람이 직접
기준을 코드로 정해놓고
코드가 대신 검사해주는 것
= Self-Correction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58A6FF"/>
                </a:solidFill>
              </a:rPr>
              <a:t>Self-Correction 동작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B949E"/>
                </a:solidFill>
              </a:rPr>
              <a:t>비유: 학생이 과제를 제출하면 선생님이 채점하고, 별로면 고쳐오라고 돌려보내는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1920240" cy="27432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645920"/>
            <a:ext cx="1700784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AI가 보고서 작성
트렌드 데이터를 보고
분석 글을 씀</a:t>
            </a:r>
          </a:p>
        </p:txBody>
      </p:sp>
      <p:sp>
        <p:nvSpPr>
          <p:cNvPr id="7" name="Rectangle 6"/>
          <p:cNvSpPr/>
          <p:nvPr/>
        </p:nvSpPr>
        <p:spPr>
          <a:xfrm>
            <a:off x="2441448" y="1554480"/>
            <a:ext cx="1920240" cy="274320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51176" y="1645920"/>
            <a:ext cx="1700784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코드가 품질 검사
체크리스트로
자동 채점
(0~100점)</a:t>
            </a:r>
          </a:p>
        </p:txBody>
      </p:sp>
      <p:sp>
        <p:nvSpPr>
          <p:cNvPr id="9" name="Rectangle 8"/>
          <p:cNvSpPr/>
          <p:nvPr/>
        </p:nvSpPr>
        <p:spPr>
          <a:xfrm>
            <a:off x="4608576" y="1554480"/>
            <a:ext cx="1920240" cy="274320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8304" y="1645920"/>
            <a:ext cx="1700784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70점 미만이면
"레포 이름 더 써줘"
피드백을 붙여서
다시 작성 요청 (최대 3회)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75704" y="1554480"/>
            <a:ext cx="1920240" cy="27432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2" y="1645920"/>
            <a:ext cx="1700784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70점 이상이면
통과!
메일이랑 GitHub에
자동 발송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B949E"/>
                </a:solidFill>
              </a:rPr>
              <a:t>트렌드가 뭔지는 GitHub API가 판단 / 보고서를 잘 썼는지는 Self-Correction이 판단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58A6FF"/>
                </a:solidFill>
              </a:rPr>
              <a:t>품질 검사 기준 (체크리스트)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B949E"/>
                </a:solidFill>
              </a:rPr>
              <a:t>사람이 미리 정해둔 "좋은 보고서의 조건"을 코드로 만든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680960" cy="566928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08760"/>
            <a:ext cx="746150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20점  |  글자 수 300자 이상  —  너무 짧으면 내용이 없는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7680960" cy="566928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94560"/>
            <a:ext cx="746150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25점  |  트렌드 키워드 3개 이상  —  "증가, 급부상, 인기" 같은 말 없으면 분석 아님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7680960" cy="566928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880360"/>
            <a:ext cx="746150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25점  |  레포 이름 3개 이상 언급  —  구체적인 프로젝트 없으면 추상적인 말만 한 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74720"/>
            <a:ext cx="7680960" cy="566928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566160"/>
            <a:ext cx="746150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15점  |  인사이트 3개 이상  —  결론이 충분히 있어야 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7680960" cy="566928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251960"/>
            <a:ext cx="746150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15점  |  기술 방향성 언급  —  "앞으로 어떻게 될 것" 이 없으면 분석 아님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754880"/>
            <a:ext cx="80101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합계 70점 이상 → 통과   |   70점 미만 → 피드백 붙여서 재작성 (최대 3회)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58A6FF"/>
                </a:solidFill>
              </a:rPr>
              <a:t>별로면 어떻게 다시 써?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0"/>
            <a:ext cx="252374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1번째 시도
AI 결과: "요즘 AI 관련 프로젝트가 많습니다."
검사 결과:
❌ 210자 (300자 미만)
❌ 프로젝트 이름 1개
→ 45점 → 탈락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219456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D29E22"/>
                </a:solidFill>
              </a:rPr>
              <a:t>→
피드백
전달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005840"/>
            <a:ext cx="274320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41648" y="1097280"/>
            <a:ext cx="252374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2번째 시도
AI한테 이렇게 요청:
"트렌드 분석해줘"
+ "저번에 이게 문제였어:
  글자 수 짧아, 프로젝트 이름
  3개 이상 써줘"
→ AI가 피드백 보고 다시 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9456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FB950"/>
                </a:solidFill>
              </a:rPr>
              <a:t>→
통과!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005840"/>
            <a:ext cx="146304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7807" y="1097280"/>
            <a:ext cx="124358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결과
"llm-tool이 3,200개
스타로 1위..."
→ 85점 → 통과
→ 메일+GitHub 발송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58A6FF"/>
                </a:solidFill>
              </a:rPr>
              <a:t>품질 통과 후 자동 발송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0"/>
            <a:ext cx="389534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Gmail 자동 발송
1. Gmail 우체국(smtp.gmail.com)에 접속
2. 앱 비밀번호로 본인 확인
3. 분석 결과로 HTML 이메일 만듦
   (트렌딩 레포 표 + 인사이트
    + AI 분석 내용)
4. yoonjuwon0618@gmail.com 으로 발송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005840"/>
            <a:ext cx="411480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64608" y="1097280"/>
            <a:ext cx="389534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GitHub README 자동 업로드
1. GitHub API에 접속
   (GitHub 토큰으로 본인 확인)
2. trend-reports 레포에
   TREND_REPORT.md 파일 있어?
   있으면 → 내용 업데이트
   없으면 → 새로 만들기
3. 분석 결과 내용으로 저장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D29E22"/>
                </a:solidFill>
              </a:rPr>
              <a:t>핵심: 품질 검사 통과한 보고서만 발송됨 — 별로면 발송 안 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58A6FF"/>
                </a:solidFill>
              </a:rPr>
              <a:t>파일별 역할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8010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github_tools.py  |  데이터 수집  —  GitHub API에 접속해서 트렌딩 레포 가져옴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27632"/>
            <a:ext cx="8229600" cy="548640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19072"/>
            <a:ext cx="8010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storage.py  |  저장/불러오기  —  분석 결과를 history.json에 저장하고 불러옴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95144"/>
            <a:ext cx="8229600" cy="54864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86584"/>
            <a:ext cx="8010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graph.py ⭐  |  전체 흐름 제어  —  7개 노드를 순서대로 연결. Self-Correction 루프 담당 (핵심)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62656"/>
            <a:ext cx="8229600" cy="54864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054096"/>
            <a:ext cx="8010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notifier.py  |  발송 담당  —  Gmail 메일 발송 + GitHub 레포에 파일 업로드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30168"/>
            <a:ext cx="8229600" cy="5486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721608"/>
            <a:ext cx="8010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app.py  |  화면 담당  —  브라우저에 보이는 대시보드. 품질 점수 + 이력 표시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389120"/>
            <a:ext cx="8010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.env  |  비밀번호 보관  —  API 키, Gmail 비밀번호, GitHub 토큰 저장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58A6FF"/>
                </a:solidFill>
              </a:rPr>
              <a:t>회고 &amp; 다음 주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8595360" cy="256032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0"/>
            <a:ext cx="837590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이번 주 배운 것
• AI는 자기 결과가 좋은지 나쁜지 스스로 판단 못함
• 사람이 기준을 코드로 정해놓으면 자동으로 품질이 올라감
• 트렌드 수집(GitHub API)과 보고서 품질(Self-Correction)은 다른 문제
• Gmail SMTP: 앱 비밀번호로 코드에서 직접 메일 발송 가능
• GitHub API: 토큰만 있으면 파일 자동 생성/업데이트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749039"/>
            <a:ext cx="859536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3840479"/>
            <a:ext cx="83759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다음 주 (Week 11): Multi-Agent
• 지금까지: 에이전트 1개가 혼자 다 함
• 다음 주:  에이전트 여러 개가 역할 분담해서 협력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