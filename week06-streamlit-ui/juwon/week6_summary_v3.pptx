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914400"/>
            <a:ext cx="3200400" cy="5029200"/>
          </a:xfrm>
          <a:prstGeom prst="rect">
            <a:avLst/>
          </a:prstGeom>
          <a:solidFill>
            <a:srgbClr val="15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1097280"/>
            <a:ext cx="2834640" cy="4663440"/>
          </a:xfrm>
          <a:prstGeom prst="rect">
            <a:avLst/>
          </a:prstGeom>
          <a:solidFill>
            <a:srgbClr val="1A243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취업 상담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C63FF"/>
                </a:solidFill>
              </a:rPr>
              <a:t>— 배포까지의 여정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Streamlit  →  FastAPI + Next.js  →  Railway + 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80A0"/>
                </a:solidFill>
              </a:rPr>
              <a:t>2026. 03. 24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🔙  FastAPI 백엔드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⚛️  Next.js 프론트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🚂  Railway 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▲  Vercel 배포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577840" cy="1508760"/>
          </a:xfrm>
          <a:prstGeom prst="rect">
            <a:avLst/>
          </a:prstGeom>
          <a:solidFill>
            <a:srgbClr val="1A243E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왜 Streamlit을 버렸나?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서버리스 vs 장기실행 서버 개념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1508760"/>
          </a:xfrm>
          <a:prstGeom prst="rect">
            <a:avLst/>
          </a:prstGeom>
          <a:solidFill>
            <a:srgbClr val="1A24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258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전체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783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FastAPI · Next.js · Supabase · Railway · Vercel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577840" cy="1508760"/>
          </a:xfrm>
          <a:prstGeom prst="rect">
            <a:avLst/>
          </a:prstGeom>
          <a:solidFill>
            <a:srgbClr val="1A243E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063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96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63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핵심 기술 개념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0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FastAPI / Next.js / SSE / RAG 각각 왜 썼나?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26080"/>
            <a:ext cx="5577840" cy="1508760"/>
          </a:xfrm>
          <a:prstGeom prst="rect">
            <a:avLst/>
          </a:prstGeom>
          <a:solidFill>
            <a:srgbClr val="1A24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063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063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로그인 · 회원가입 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20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Supabase Auth + JWT 흐름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5577840" cy="1508760"/>
          </a:xfrm>
          <a:prstGeom prst="rect">
            <a:avLst/>
          </a:prstGeom>
          <a:solidFill>
            <a:srgbClr val="1A243E"/>
          </a:solidFill>
          <a:ln w="15240">
            <a:solidFill>
              <a:srgbClr val="F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800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D6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00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6주차 구현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57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스트리밍 · 북마크 · 파일 업로드 · Top-3 카드 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63440"/>
            <a:ext cx="5577840" cy="1508760"/>
          </a:xfrm>
          <a:prstGeom prst="rect">
            <a:avLst/>
          </a:prstGeom>
          <a:solidFill>
            <a:srgbClr val="1A243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800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800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배포 과정 &amp; 트러블슈팅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257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Railway + Vercel CLI 배포, 이미지 크기 문제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왜 Streamlit을 버렸나?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D0"/>
                </a:solidFill>
              </a:rPr>
              <a:t>배포 방식을 바꾼 근본적인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2468880"/>
          </a:xfrm>
          <a:prstGeom prst="rect">
            <a:avLst/>
          </a:prstGeom>
          <a:solidFill>
            <a:srgbClr val="1A24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❌  Streamlit +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D0"/>
                </a:solidFill>
              </a:rPr>
              <a:t>Streamlit이란?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Python 스크립트 하나로 웹앱을 만드는 라이브러리.
하나의 프로세스가 계속 살아있어야 st.session_state(세션 상태)를 유지할 수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D0"/>
                </a:solidFill>
              </a:rPr>
              <a:t>Vercel이란?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서버리스(Serverless) 플랫폼 — 요청이 올 때만 함수를 실행하고 즉시 종료.
→ 프로세스가 항상 살아있어야 하는 Streamlit과 근본적으로 충돌.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94960" cy="2468880"/>
          </a:xfrm>
          <a:prstGeom prst="rect">
            <a:avLst/>
          </a:prstGeom>
          <a:solidFill>
            <a:srgbClr val="1A24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✅  FastAPI + Next.js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D0"/>
                </a:solidFill>
              </a:rPr>
              <a:t>역할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FastAPI (백엔드) → Railway에 배포 → 장기실행 서버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RAG 파이프라인을 메모리에 유지 → 빠른 응답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7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Next.js (프론트엔드) → Vercel에 배포 → 정적 빌드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사용자 UI만 담당, API 호출로 백엔드와 통신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💡  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"배포 환경을 먼저 고려하고 아키텍처를 결정해야 한다. Streamlit은 프로토타입·내부 도구에 최적, 실서비스는 API 서버 + UI 분리가 맞다."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전체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80A0"/>
                </a:solidFill>
              </a:rPr>
              <a:t>각 컴포넌트가 어떻게 연결되어 동작하는가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148840" cy="2606040"/>
          </a:xfrm>
          <a:prstGeom prst="rect">
            <a:avLst/>
          </a:prstGeom>
          <a:solidFill>
            <a:srgbClr val="1A243E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148840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  사용자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1848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브라우저에서 접속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02082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질문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4231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결과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143000"/>
            <a:ext cx="3200400" cy="2606040"/>
          </a:xfrm>
          <a:prstGeom prst="rect">
            <a:avLst/>
          </a:prstGeom>
          <a:solidFill>
            <a:srgbClr val="1A24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143000"/>
            <a:ext cx="32004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1795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⚛️  Next.js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1618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Vercel 호스팅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0208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로그인 · 채팅 화면 렌더링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API 요청 · SSE 수신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143000"/>
            <a:ext cx="3200400" cy="2606040"/>
          </a:xfrm>
          <a:prstGeom prst="rect">
            <a:avLst/>
          </a:prstGeom>
          <a:solidFill>
            <a:srgbClr val="1A243E"/>
          </a:solidFill>
          <a:ln w="254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143000"/>
            <a:ext cx="320040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795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🔙  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618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Railway 호스팅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0208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RAG 파이프라인 (메모리 유지)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SSE 스트리밍 응답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143000"/>
            <a:ext cx="2697480" cy="2606040"/>
          </a:xfrm>
          <a:prstGeom prst="rect">
            <a:avLst/>
          </a:prstGeom>
          <a:solidFill>
            <a:srgbClr val="1A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143000"/>
            <a:ext cx="269748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17957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🤖  OpenAI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161848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GPT-4o-mini (답변 생성)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020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text-embedding-3-small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423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Multi-Query 확장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4572000"/>
            <a:ext cx="3200400" cy="1371600"/>
          </a:xfrm>
          <a:prstGeom prst="rect">
            <a:avLst/>
          </a:prstGeom>
          <a:solidFill>
            <a:srgbClr val="1A24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040" y="4572000"/>
            <a:ext cx="32004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6085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🔐  Supabase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5047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이메일/비밀번호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54498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JWT 토큰 발급 ·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5852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conversations 테이블 저장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572000"/>
            <a:ext cx="3200400" cy="1371600"/>
          </a:xfrm>
          <a:prstGeom prst="rect">
            <a:avLst/>
          </a:prstGeom>
          <a:solidFill>
            <a:srgbClr val="1A243E"/>
          </a:solidFill>
          <a:ln w="25400">
            <a:solidFill>
              <a:srgbClr val="F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4572000"/>
            <a:ext cx="3200400" cy="347472"/>
          </a:xfrm>
          <a:prstGeom prst="rect">
            <a:avLst/>
          </a:prstGeom>
          <a:solidFill>
            <a:srgbClr val="FF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6085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📁  파일 저장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5047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uploads/ 폴더 (MD · PDF)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54498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• 업로드 즉시 RAG 인덱싱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77440" y="2446020"/>
            <a:ext cx="228600" cy="0"/>
          </a:xfrm>
          <a:prstGeom prst="line">
            <a:avLst/>
          </a:prstGeom>
          <a:ln w="25400">
            <a:solidFill>
              <a:srgbClr val="00D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77440" y="2171700"/>
            <a:ext cx="438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7080A0"/>
                </a:solidFill>
              </a:rPr>
              <a:t>HTTP 요청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06440" y="2446020"/>
            <a:ext cx="274320" cy="0"/>
          </a:xfrm>
          <a:prstGeom prst="line">
            <a:avLst/>
          </a:prstGeom>
          <a:ln w="25400">
            <a:solidFill>
              <a:srgbClr val="00E5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06440" y="2171700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7080A0"/>
                </a:solidFill>
              </a:rPr>
              <a:t>HTTP / SSE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81160" y="2446020"/>
            <a:ext cx="0" cy="0"/>
          </a:xfrm>
          <a:prstGeom prst="line">
            <a:avLst/>
          </a:prstGeom>
          <a:ln w="25400">
            <a:solidFill>
              <a:srgbClr val="FFA5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281160" y="217170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7080A0"/>
                </a:solidFill>
              </a:rPr>
              <a:t>API 호출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206240" y="3749039"/>
            <a:ext cx="0" cy="822961"/>
          </a:xfrm>
          <a:prstGeom prst="line">
            <a:avLst/>
          </a:prstGeom>
          <a:ln w="25400">
            <a:solidFill>
              <a:srgbClr val="00D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251959" y="3840479"/>
            <a:ext cx="36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7080A0"/>
                </a:solidFill>
              </a:rPr>
              <a:t>JWT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680960" y="3749039"/>
            <a:ext cx="0" cy="822961"/>
          </a:xfrm>
          <a:prstGeom prst="line">
            <a:avLst/>
          </a:prstGeom>
          <a:ln w="25400">
            <a:solidFill>
              <a:srgbClr val="FF6B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26680" y="3840479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7080A0"/>
                </a:solidFill>
              </a:rPr>
              <a:t>파일 I/O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핵심 기술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D0"/>
                </a:solidFill>
              </a:rPr>
              <a:t>각 기술이 무엇이고 왜 선택했는가?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0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252728"/>
            <a:ext cx="1371600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34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Python으로 만드는 고성능 REST API 프레임워크.
비동기(async/await) 지원, 자동 문서화(Swagger).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94560"/>
            <a:ext cx="51572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Python 기반이라 RAG 파이프라인과 같은 언어로 통합 가능.
Flask보다 성능이 좋고 타입 힌트 기반이라 안전한 코드 작성 가능.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48640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252728"/>
            <a:ext cx="13716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34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Next.js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81912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기반 풀스택 프레임워크.
서버사이드 렌더링(SSR), 정적 생성(SSG) 지원.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WHY?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94560"/>
            <a:ext cx="51572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Vercel이 Next.js를 만든 회사 → 배포 최적화.
Pages Router로 /index(로그인) /chat(채팅) 분리가 간단.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548640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3858768"/>
            <a:ext cx="1371600" cy="274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4047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SSE
(Server-Sent Events)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187952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서버 → 클라이언트 단방향 실시간 스트림.
HTTP 연결을 끊지 않고 데이터를 계속 전송.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WHY?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800600"/>
            <a:ext cx="51572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GPT 답변을 글자 단위로 실시간 출력하기 위해 사용.
WebSocket보다 구현이 단순하고 HTTP만으로 가능.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49039"/>
            <a:ext cx="548640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3858768"/>
            <a:ext cx="137160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84047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OpenAI
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187952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텍스트를 숫자 벡터로 변환하는 API.
model: text-embedding-3-small 사용.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WHY?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800600"/>
            <a:ext cx="51572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기존 sentence-transformers는 torch 포함 → Docker 이미지 5.8GB.
OpenAI API로 교체 시 torch 불필요 → 이미지 ~1GB로 감소.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로그인 · 회원가입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D0"/>
                </a:solidFill>
              </a:rPr>
              <a:t>Supabase Auth + JWT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029200" cy="1371600"/>
          </a:xfrm>
          <a:prstGeom prst="rect">
            <a:avLst/>
          </a:prstGeom>
          <a:solidFill>
            <a:srgbClr val="1A24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Supabase란?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Firebase의 오픈소스 대안. 인증(Auth) · DB · 스토리지를 한 번에 제공.
JWT(JSON Web Token) 기반 인증 → 로그인 성공 시 토큰 발급.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97280"/>
            <a:ext cx="6035040" cy="1371600"/>
          </a:xfrm>
          <a:prstGeom prst="rect">
            <a:avLst/>
          </a:prstGeom>
          <a:solidFill>
            <a:srgbClr val="1A24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207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JWT(JSON Web Token)란?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36192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로그인 후 서버가 발급하는 암호화된 토큰. 클라이언트가 토큰을 저장해두고
이후 모든 API 요청의 Authorization 헤더에 첨부 → 서버가 신원 검증.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인증 흐름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1645920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31363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이메일 + 비밀번호 입력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164592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Next.js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657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36850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POST /api/auth/login 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60520"/>
            <a:ext cx="164592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206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79" y="42336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Supabase.auth.sign_in_with_password()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164592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754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79" y="47823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검증 후 JWT 토큰 반환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57800"/>
            <a:ext cx="164592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Next.js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53309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localStorage에 토큰 저장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06440"/>
            <a:ext cx="1645920" cy="384048"/>
          </a:xfrm>
          <a:prstGeom prst="rect">
            <a:avLst/>
          </a:prstGeom>
          <a:solidFill>
            <a:srgbClr val="FF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이후 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521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79" y="5879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Authorization: Bearer {token} 헤더 첨부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2651760"/>
            <a:ext cx="6035040" cy="3383280"/>
          </a:xfrm>
          <a:prstGeom prst="rect">
            <a:avLst/>
          </a:prstGeom>
          <a:solidFill>
            <a:srgbClr val="1A24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401 자동 로그아웃 처리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154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문제: JWT 토큰은 만료 시간이 있음 → 오래된 토큰으로 요청 시 401 Unauthorized 에러 발생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해결: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0233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api() 헬퍼 함수에 onUnauth 콜백 추가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모든 API 응답에서 401 감지 시 자동 실행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846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localStorage 토큰 삭제 → 로그인 페이지로 리다이렉트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6주차 구현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D0"/>
                </a:solidFill>
              </a:rPr>
              <a:t>이번 주에 새로 추가한 것들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0332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💬 스트리밍 채팅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FastAPI → StreamingResponse(text/event-stream)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12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Next.js → ReadableStream으로 수신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715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글자 단위 실시간 출력 (GPT처럼)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70332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⭐ 북마크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답변 옆 ⭐ 버튼 클릭 → Q&amp;A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212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백엔드 bookmarks.json에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715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사이드바에서 모아보기 · 삭제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43000"/>
            <a:ext cx="370332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📁 파일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MD / PDF 업로드 → 즉시 RAG 인덱싱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12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add_chunks()로 기존 파이프라인에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715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삭제 시 전체 파이프라인 재빌드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370332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858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🏆 Top-3 유사 공고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315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답변 생성 후 자동으로 유사 공고 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Hybrid Search로 상위 3개 추출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3218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회사명 · 섹션 · 미리보기 카드 표시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749039"/>
            <a:ext cx="370332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F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3858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D6"/>
                </a:solidFill>
              </a:rPr>
              <a:t>💾 대화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315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Supabase conversations 테이블에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사이드바에서 이전 대화 불러오기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3218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제목 인라인 편집 · 삭제 기능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749039"/>
            <a:ext cx="3703320" cy="2377440"/>
          </a:xfrm>
          <a:prstGeom prst="rect">
            <a:avLst/>
          </a:prstGeom>
          <a:solidFill>
            <a:srgbClr val="1A24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858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🔍 필터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315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기술스택 텍스트 입력 (예: Python, React)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경력 선택 (신입/경력/전체)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3218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필터 조건이 쿼리 앞에 자동 추가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배포 과정 &amp; 트러블슈팅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371600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143000"/>
            <a:ext cx="9784080" cy="1143000"/>
          </a:xfrm>
          <a:prstGeom prst="rect">
            <a:avLst/>
          </a:prstGeom>
          <a:solidFill>
            <a:srgbClr val="1A243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216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GitHub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459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juwon 브랜치 / backend· frontend 코드 업로드
.gitignore로 node_modules · .next 제외 (6000개+ 파일 방지)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87752"/>
            <a:ext cx="13716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87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496312"/>
            <a:ext cx="9784080" cy="1143000"/>
          </a:xfrm>
          <a:prstGeom prst="rect">
            <a:avLst/>
          </a:prstGeom>
          <a:solidFill>
            <a:srgbClr val="1A24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5694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Railway 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9923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railway CLI → 백엔드 업로드 · 환경변수 설정 · 도메인 자동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41063"/>
            <a:ext cx="137160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410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849624"/>
            <a:ext cx="9784080" cy="1143000"/>
          </a:xfrm>
          <a:prstGeom prst="rect">
            <a:avLst/>
          </a:prstGeom>
          <a:solidFill>
            <a:srgbClr val="1A243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92277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❌ 이미지 크기 초과 (5.8GB → 한도 4GB)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352544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원인: sentence-transformers 설치 시 PyTorch(CUDA) 포함 → 5.8GB
해결: OpenAI Embeddings로 교체 → torch 제거 → 이미지 ~1GB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94375"/>
            <a:ext cx="137160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29437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5202936"/>
            <a:ext cx="9784080" cy="1143000"/>
          </a:xfrm>
          <a:prstGeom prst="rect">
            <a:avLst/>
          </a:prstGeom>
          <a:solidFill>
            <a:srgbClr val="1A243E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5276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Vercel 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05855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vercel CLI → 프론트엔드 배포 · NEXT_PUBLIC_API_URL=Railway URL 설정 후 재배포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solidFill>
            <a:srgbClr val="121C32"/>
          </a:solidFill>
          <a:ln w="6350">
            <a:solidFill>
              <a:srgbClr val="70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648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A0"/>
                </a:solidFill>
              </a:rPr>
              <a:t>기타: UTF-16 .env.local 인코딩 오류 · 승무원 질문 가드레일 차단 · 업로드 절대경로 문제 · 401 자동 로그아웃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배포 결과 &amp; 회고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1920240"/>
          </a:xfrm>
          <a:prstGeom prst="rect">
            <a:avLst/>
          </a:prstGeom>
          <a:solidFill>
            <a:srgbClr val="1A243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▲  Frontend —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frontend-eta-ruddy-15.vercel.app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Next.js 14 · 자동 HTTPS · 글로벌 CDN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코드 push → 자동 재배포 (CI/CD)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94960" cy="1920240"/>
          </a:xfrm>
          <a:prstGeom prst="rect">
            <a:avLst/>
          </a:prstGeom>
          <a:solidFill>
            <a:srgbClr val="1A24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52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🚂  Backend — 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beautiful-energy-production-b4eb.up.railway.app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/api/health → {status: ok, pipeline_ready: true}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• FastAPI · uvicorn · RAG 파이프라인 상시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이번 주 배운 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11430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182880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58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배포 환경 우선 고려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88620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어떤 플랫폼에 올릴지 먼저 결정하고 아키텍처를 설계해야 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53128"/>
            <a:ext cx="182880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5171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이미지 크기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544568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ML 패키지(torch)는 의존성을 꼼꼼히 확인해야 한다. torch 하나가 4GB를 차지할 수 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11496"/>
            <a:ext cx="1828800" cy="4754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75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SSE 스트리밍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202936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HTTP만으로 실시간 스트리밍이 가능하다. WebSocket보다 단순하고 REST API와 잘 어울린다.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69864"/>
            <a:ext cx="1828800" cy="47548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833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환경변수 분리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861304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로컬(.env) · Railway(Variables) · Vercel(Env) 각 환경마다 별도로 관리해야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