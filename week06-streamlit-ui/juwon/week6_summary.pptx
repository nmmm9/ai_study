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D4FF"/>
                </a:solidFill>
              </a:rP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취업 상담 AI — 배포까지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B8D0"/>
                </a:solidFill>
              </a:rPr>
              <a:t>FastAPI  ×  Next.js  ×  Railway  × 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8D0"/>
                </a:solidFill>
              </a:rPr>
              <a:t>2026.03.24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오늘 한 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103120"/>
          </a:xfrm>
          <a:prstGeom prst="rect">
            <a:avLst/>
          </a:prstGeom>
          <a:solidFill>
            <a:srgbClr val="1A243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C63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Streamlit → FastAPI + Next.js 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3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Vercel 배포를 위해 아키텍처 변경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2103120"/>
          </a:xfrm>
          <a:prstGeom prst="rect">
            <a:avLst/>
          </a:prstGeom>
          <a:solidFill>
            <a:srgbClr val="1A243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C63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3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FastAPI 백엔드 구축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3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SSE 스트리밍 · Supabase 인증 · RAG 파이프라인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94960" cy="2103120"/>
          </a:xfrm>
          <a:prstGeom prst="rect">
            <a:avLst/>
          </a:prstGeom>
          <a:solidFill>
            <a:srgbClr val="1A243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C63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Next.js 프론트엔드 개발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채팅 UI · 북마크 · 파일 업로드 · Top-3 카드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5394960" cy="2103120"/>
          </a:xfrm>
          <a:prstGeom prst="rect">
            <a:avLst/>
          </a:prstGeom>
          <a:solidFill>
            <a:srgbClr val="1A243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C63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Railway + Vercel 배포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백엔드 → Railway, 프론트엔드 → Vercel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왜 Streamlit을 포기했나?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Vercel은 서버리스(Serverless) 환경 — 요청마다 새 프로세스 시작 → Streamlit처럼 상태를 유지하는 앱 불가
→  FastAPI(백엔드) + Next.js(프론트엔드) 로 분리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256032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사용자 브라우저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2286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Next.js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Vercel 호스팅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926080"/>
            <a:ext cx="256032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FastAPI 백엔드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83280"/>
            <a:ext cx="2286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Railway 호스팅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SSE 스트리밍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926080"/>
            <a:ext cx="210312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3017520"/>
            <a:ext cx="18287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OpenAI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383280"/>
            <a:ext cx="182879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GPT-4o-mini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Embeddings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926080"/>
            <a:ext cx="237744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383280"/>
            <a:ext cx="2103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Auth (JWT)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대화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74903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0"/>
                </a:solidFill>
              </a:rPr>
              <a:t>HTTP/SSE 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4903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0"/>
                </a:solidFill>
              </a:rPr>
              <a:t>API 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74903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0"/>
                </a:solidFill>
              </a:rPr>
              <a:t>JWT 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스트리밍 답변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SSE(Server-Sent Events) 방식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글자가 실시간으로 출력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백엔드 → 프론트 단방향 스트림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65760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Supabase 인증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이메일/비밀번호 로그인·회원가입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JWT 토큰으로 API 보호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401 시 자동 로그아웃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RAG 파이프라인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64592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Multi-Query + Hybrid Search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BM25 + Vector 검색 결합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OpenAI 임베딩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파일 업로드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MD/PDF 업로드 → 즉시 인덱싱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기존 파이프라인에 청크 추가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삭제 시 전체 재빌드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북마크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0624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Q&amp;A 쌍을 북마크 저장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사이드바에서 모아보기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삭제 기능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FF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8404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D6"/>
                </a:solidFill>
              </a:rPr>
              <a:t>Top-3 유사 공고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20624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답변 후 자동으로 유사 공고 검색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회사명·섹션·미리보기 표시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Hybrid Search 활용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배포 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325880"/>
            <a:ext cx="502920" cy="5029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07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280160"/>
            <a:ext cx="10698480" cy="1097280"/>
          </a:xfrm>
          <a:prstGeom prst="rect">
            <a:avLst/>
          </a:prstGeom>
          <a:solidFill>
            <a:srgbClr val="1A243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353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GitHub 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juwon 브랜치에 backend/ frontend/ 코드 업로드
.gitignore로 node_modules/.next 제외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606039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8775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60320"/>
            <a:ext cx="10698480" cy="1097280"/>
          </a:xfrm>
          <a:prstGeom prst="rect">
            <a:avLst/>
          </a:prstGeom>
          <a:solidFill>
            <a:srgbClr val="1A243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633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Railway 배포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17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railway CLI로 백엔드 업로드
환경변수(OPENAI_API_KEY, SUPABASE_*) 설정
도메인 자동 생성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3886199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86791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79"/>
            <a:ext cx="10698480" cy="1097280"/>
          </a:xfrm>
          <a:prstGeom prst="rect">
            <a:avLst/>
          </a:prstGeom>
          <a:solidFill>
            <a:srgbClr val="1A243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9136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이미지 크기 오류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9767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torch + sentence-transformers → 5.8GB (한도 4GB 초과)
OpenAI Embeddings로 교체 → 이미지 ~1GB로 감소</a:t>
            </a:r>
          </a:p>
        </p:txBody>
      </p:sp>
      <p:sp>
        <p:nvSpPr>
          <p:cNvPr id="20" name="Oval 19"/>
          <p:cNvSpPr/>
          <p:nvPr/>
        </p:nvSpPr>
        <p:spPr>
          <a:xfrm>
            <a:off x="365760" y="5166359"/>
            <a:ext cx="502920" cy="502920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1480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5120640"/>
            <a:ext cx="10698480" cy="1097280"/>
          </a:xfrm>
          <a:prstGeom prst="rect">
            <a:avLst/>
          </a:prstGeom>
          <a:solidFill>
            <a:srgbClr val="1A243E"/>
          </a:solidFill>
          <a:ln w="12700">
            <a:solidFill>
              <a:srgbClr val="00E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193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Vercel 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778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0"/>
                </a:solidFill>
              </a:rPr>
              <a:t>vercel CLI로 프론트엔드 배포
NEXT_PUBLIC_API_URL=Railway URL 환경변수 설정
재배포로 적용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배포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Frontend  — 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URL: frontend-eta-ruddy-15.vercel.app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Next.js 14 (Pages Router)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자동 HTTPS · 글로벌 CDN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394960" cy="2286000"/>
          </a:xfrm>
          <a:prstGeom prst="rect">
            <a:avLst/>
          </a:prstGeom>
          <a:solidFill>
            <a:srgbClr val="1A24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Backend  —  Railway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B0B8D0"/>
                </a:solidFill>
              </a:rPr>
              <a:t>• URL: beautiful-energy-production-b4eb.up.railway.app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FastAPI + uvicorn</a:t>
            </a:r>
          </a:p>
          <a:p>
            <a:pPr algn="l"/>
            <a:r>
              <a:rPr sz="1100">
                <a:solidFill>
                  <a:srgbClr val="B0B8D0"/>
                </a:solidFill>
              </a:rPr>
              <a:t>• /api/health → {status: ok, pipeline_ready: true}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배운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• 서버리스 vs 장기실행 서버의 차이 → 아키텍처 선택의 중요성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7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• Docker 이미지 크기 관리 → 불필요한 ML 패키지(torch) 제거로 5.8GB → ~1GB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94375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• 환경변수 관리 → 로컬 .env / Railway Variables / Vercel Env 각각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2414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0"/>
                </a:solidFill>
              </a:rPr>
              <a:t>• SSE(Server-Sent Events) → HTTP로 실시간 스트리밍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